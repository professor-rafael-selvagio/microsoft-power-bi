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6" r:id="rId6"/>
    <p:sldId id="265" r:id="rId7"/>
    <p:sldId id="259" r:id="rId8"/>
    <p:sldId id="260" r:id="rId9"/>
    <p:sldId id="261" r:id="rId10"/>
    <p:sldId id="262" r:id="rId11"/>
    <p:sldId id="263" r:id="rId12"/>
    <p:sldId id="264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5898A35-F841-B63A-7BA1-69367CB5A3B7}"/>
              </a:ext>
            </a:extLst>
          </p:cNvPr>
          <p:cNvSpPr/>
          <p:nvPr/>
        </p:nvSpPr>
        <p:spPr>
          <a:xfrm>
            <a:off x="1117600" y="5791200"/>
            <a:ext cx="3962400" cy="2438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00/00 a 00/00</a:t>
            </a:r>
          </a:p>
          <a:p>
            <a:pPr algn="ctr"/>
            <a:r>
              <a:rPr lang="pt-BR" sz="2800" b="1" dirty="0"/>
              <a:t>Dias da semana</a:t>
            </a:r>
          </a:p>
          <a:p>
            <a:pPr algn="ctr"/>
            <a:r>
              <a:rPr lang="pt-BR" sz="2800" b="1" dirty="0"/>
              <a:t>Das 00h às 00h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</Words>
  <Application>Microsoft Office PowerPoint</Application>
  <PresentationFormat>Personalizar</PresentationFormat>
  <Paragraphs>3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Rafael de Sena Selvagio</cp:lastModifiedBy>
  <cp:revision>3</cp:revision>
  <dcterms:created xsi:type="dcterms:W3CDTF">2006-08-16T00:00:00Z</dcterms:created>
  <dcterms:modified xsi:type="dcterms:W3CDTF">2026-03-25T15:33:07Z</dcterms:modified>
</cp:coreProperties>
</file>